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2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7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9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0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1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5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6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74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5ABE2-90B4-4419-9F82-CC8EB8EDA5E1}" type="datetimeFigureOut">
              <a:rPr lang="en-US" smtClean="0"/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ACE08-4CA5-4DE6-8502-ACBCB8DD9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4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 of Units with Different SMSR Categories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7"/>
          <a:stretch/>
        </p:blipFill>
        <p:spPr>
          <a:xfrm>
            <a:off x="4460504" y="3783562"/>
            <a:ext cx="4605356" cy="30744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/>
          <a:stretch/>
        </p:blipFill>
        <p:spPr>
          <a:xfrm>
            <a:off x="0" y="3836709"/>
            <a:ext cx="4460504" cy="2942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752" y="3514511"/>
            <a:ext cx="8630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seems like that over time, we have units from all the three categories of SMSR.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7641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number of all the units = 26460,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failed units = 227 (0.85 % of all the units)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number of units with SMSR &gt;=48 = 21812, (82.43 % of all the units),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Failed Units = 110 (0.41 % of all the units 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number of units with SMSR &gt;=45 and SMSR&lt;48 = 3541, (13.38 % of all the units),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Failed Units = 35 (0.13 % of all the units)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number of units with SMSR &lt;45 = 1107, (4.18 % of all the units), Number of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Failed Units = 82 (0.30 % of all the units) </a:t>
            </a:r>
            <a:endParaRPr lang="en-US" sz="1600" i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8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147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Ziyadi</dc:creator>
  <cp:lastModifiedBy>Morteza Ziyadi</cp:lastModifiedBy>
  <cp:revision>4</cp:revision>
  <dcterms:created xsi:type="dcterms:W3CDTF">2017-03-30T17:52:32Z</dcterms:created>
  <dcterms:modified xsi:type="dcterms:W3CDTF">2017-03-30T18:31:14Z</dcterms:modified>
</cp:coreProperties>
</file>