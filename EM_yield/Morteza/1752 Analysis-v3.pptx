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0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1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6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9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8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1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8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2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EA8A2-2541-4B79-B4BC-C4B35BC3DFD1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275" y="541538"/>
            <a:ext cx="5753814" cy="31672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at Passed/Failed Units in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873" y="3708826"/>
            <a:ext cx="84689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analysis for the units with SMSR2&gt;=45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number of units with CNR-547 &lt; 52.5 =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284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Previously we had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15241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units, so, 270 passed units had CNR-547&lt;52.5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Number of failed units  14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Previously we had 145 failed units, so, 14 failed units had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CNR-547&lt;52.5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18323" y="3479672"/>
            <a:ext cx="21743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&lt;= Jan 10, 2017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3618240" y="1107022"/>
            <a:ext cx="1672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CNR-547 &lt; 52.5</a:t>
            </a:r>
          </a:p>
        </p:txBody>
      </p:sp>
    </p:spTree>
    <p:extLst>
      <p:ext uri="{BB962C8B-B14F-4D97-AF65-F5344CB8AC3E}">
        <p14:creationId xmlns:p14="http://schemas.microsoft.com/office/powerpoint/2010/main" val="119554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5"/>
          <a:stretch/>
        </p:blipFill>
        <p:spPr>
          <a:xfrm>
            <a:off x="251620" y="627641"/>
            <a:ext cx="8640759" cy="62303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Histograms of Different Features For Units with CNR-547 &lt; 52.5</a:t>
            </a:r>
          </a:p>
        </p:txBody>
      </p:sp>
    </p:spTree>
    <p:extLst>
      <p:ext uri="{BB962C8B-B14F-4D97-AF65-F5344CB8AC3E}">
        <p14:creationId xmlns:p14="http://schemas.microsoft.com/office/powerpoint/2010/main" val="420931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Histograms of Different Features For Units with CNR-547 &gt;= 52.5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1"/>
          <a:stretch/>
        </p:blipFill>
        <p:spPr>
          <a:xfrm>
            <a:off x="251620" y="541538"/>
            <a:ext cx="8640759" cy="631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9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90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Ziyadi</dc:creator>
  <cp:lastModifiedBy>Morteza Ziyadi</cp:lastModifiedBy>
  <cp:revision>4</cp:revision>
  <dcterms:created xsi:type="dcterms:W3CDTF">2017-03-28T23:39:55Z</dcterms:created>
  <dcterms:modified xsi:type="dcterms:W3CDTF">2017-03-29T00:09:57Z</dcterms:modified>
</cp:coreProperties>
</file>