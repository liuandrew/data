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78" r:id="rId3"/>
    <p:sldId id="274" r:id="rId4"/>
    <p:sldId id="279" r:id="rId5"/>
    <p:sldId id="261" r:id="rId6"/>
    <p:sldId id="280" r:id="rId7"/>
    <p:sldId id="266" r:id="rId8"/>
    <p:sldId id="281" r:id="rId9"/>
    <p:sldId id="262" r:id="rId10"/>
    <p:sldId id="282" r:id="rId11"/>
    <p:sldId id="267" r:id="rId12"/>
    <p:sldId id="283" r:id="rId13"/>
    <p:sldId id="263" r:id="rId14"/>
    <p:sldId id="284" r:id="rId15"/>
    <p:sldId id="268" r:id="rId16"/>
    <p:sldId id="28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A8A2-2541-4B79-B4BC-C4B35BC3DFD1}" type="datetimeFigureOut">
              <a:rPr lang="en-US" smtClean="0"/>
              <a:t>3/29/2017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6F08-D6C0-48BD-A8EF-BDE551857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607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A8A2-2541-4B79-B4BC-C4B35BC3DFD1}" type="datetimeFigureOut">
              <a:rPr lang="en-US" smtClean="0"/>
              <a:t>3/29/2017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6F08-D6C0-48BD-A8EF-BDE551857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830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A8A2-2541-4B79-B4BC-C4B35BC3DFD1}" type="datetimeFigureOut">
              <a:rPr lang="en-US" smtClean="0"/>
              <a:t>3/29/2017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6F08-D6C0-48BD-A8EF-BDE551857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111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A8A2-2541-4B79-B4BC-C4B35BC3DFD1}" type="datetimeFigureOut">
              <a:rPr lang="en-US" smtClean="0"/>
              <a:t>3/29/2017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6F08-D6C0-48BD-A8EF-BDE551857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764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A8A2-2541-4B79-B4BC-C4B35BC3DFD1}" type="datetimeFigureOut">
              <a:rPr lang="en-US" smtClean="0"/>
              <a:t>3/29/2017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6F08-D6C0-48BD-A8EF-BDE551857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97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A8A2-2541-4B79-B4BC-C4B35BC3DFD1}" type="datetimeFigureOut">
              <a:rPr lang="en-US" smtClean="0"/>
              <a:t>3/29/2017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6F08-D6C0-48BD-A8EF-BDE551857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78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A8A2-2541-4B79-B4BC-C4B35BC3DFD1}" type="datetimeFigureOut">
              <a:rPr lang="en-US" smtClean="0"/>
              <a:t>3/29/2017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6F08-D6C0-48BD-A8EF-BDE551857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736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A8A2-2541-4B79-B4BC-C4B35BC3DFD1}" type="datetimeFigureOut">
              <a:rPr lang="en-US" smtClean="0"/>
              <a:t>3/29/2017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6F08-D6C0-48BD-A8EF-BDE551857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713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A8A2-2541-4B79-B4BC-C4B35BC3DFD1}" type="datetimeFigureOut">
              <a:rPr lang="en-US" smtClean="0"/>
              <a:t>3/29/2017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6F08-D6C0-48BD-A8EF-BDE551857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25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A8A2-2541-4B79-B4BC-C4B35BC3DFD1}" type="datetimeFigureOut">
              <a:rPr lang="en-US" smtClean="0"/>
              <a:t>3/29/2017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6F08-D6C0-48BD-A8EF-BDE551857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485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A8A2-2541-4B79-B4BC-C4B35BC3DFD1}" type="datetimeFigureOut">
              <a:rPr lang="en-US" smtClean="0"/>
              <a:t>3/29/2017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6F08-D6C0-48BD-A8EF-BDE551857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428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EA8A2-2541-4B79-B4BC-C4B35BC3DFD1}" type="datetimeFigureOut">
              <a:rPr lang="en-US" smtClean="0"/>
              <a:t>3/29/2017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C6F08-D6C0-48BD-A8EF-BDE551857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71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 Results for Only Failed Units (without normalization)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179070" y="802975"/>
            <a:ext cx="832104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0: number of failed = 44 out of 227, Percentage = 19.38 %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1: number of failed = 24 out of 227, Percentage = 10.57 %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2: number of failed = 33 out of 227, Percentage = 14.53 %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3: number of failed = 14 out of 227, Percentage = 6.16 %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4: number of failed = 28 out of 227, Percentage = 12.33 %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5: number of failed = 40 out of 227, Percentage = 17.62 %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6: number of failed = 44 out of 227, Percentage = 19.38 %</a:t>
            </a:r>
          </a:p>
        </p:txBody>
      </p:sp>
      <p:sp>
        <p:nvSpPr>
          <p:cNvPr id="8" name="Rectangle: Rounded Corners 7"/>
          <p:cNvSpPr/>
          <p:nvPr/>
        </p:nvSpPr>
        <p:spPr>
          <a:xfrm>
            <a:off x="118110" y="680323"/>
            <a:ext cx="8577943" cy="1723090"/>
          </a:xfrm>
          <a:prstGeom prst="roundRect">
            <a:avLst>
              <a:gd name="adj" fmla="val 9030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9" name="Rectangle 8"/>
          <p:cNvSpPr/>
          <p:nvPr/>
        </p:nvSpPr>
        <p:spPr>
          <a:xfrm>
            <a:off x="440328" y="580016"/>
            <a:ext cx="1506582" cy="2229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7 Clusters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223044"/>
              </p:ext>
            </p:extLst>
          </p:nvPr>
        </p:nvGraphicFramePr>
        <p:xfrm>
          <a:off x="12006" y="2463799"/>
          <a:ext cx="9131994" cy="416615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329991">
                  <a:extLst>
                    <a:ext uri="{9D8B030D-6E8A-4147-A177-3AD203B41FA5}">
                      <a16:colId xmlns:a16="http://schemas.microsoft.com/office/drawing/2014/main" val="3507255510"/>
                    </a:ext>
                  </a:extLst>
                </a:gridCol>
                <a:gridCol w="689333">
                  <a:extLst>
                    <a:ext uri="{9D8B030D-6E8A-4147-A177-3AD203B41FA5}">
                      <a16:colId xmlns:a16="http://schemas.microsoft.com/office/drawing/2014/main" val="1323400723"/>
                    </a:ext>
                  </a:extLst>
                </a:gridCol>
                <a:gridCol w="1185445">
                  <a:extLst>
                    <a:ext uri="{9D8B030D-6E8A-4147-A177-3AD203B41FA5}">
                      <a16:colId xmlns:a16="http://schemas.microsoft.com/office/drawing/2014/main" val="3785212918"/>
                    </a:ext>
                  </a:extLst>
                </a:gridCol>
                <a:gridCol w="1185445">
                  <a:extLst>
                    <a:ext uri="{9D8B030D-6E8A-4147-A177-3AD203B41FA5}">
                      <a16:colId xmlns:a16="http://schemas.microsoft.com/office/drawing/2014/main" val="4140845698"/>
                    </a:ext>
                  </a:extLst>
                </a:gridCol>
                <a:gridCol w="1185445">
                  <a:extLst>
                    <a:ext uri="{9D8B030D-6E8A-4147-A177-3AD203B41FA5}">
                      <a16:colId xmlns:a16="http://schemas.microsoft.com/office/drawing/2014/main" val="699753287"/>
                    </a:ext>
                  </a:extLst>
                </a:gridCol>
                <a:gridCol w="1185445">
                  <a:extLst>
                    <a:ext uri="{9D8B030D-6E8A-4147-A177-3AD203B41FA5}">
                      <a16:colId xmlns:a16="http://schemas.microsoft.com/office/drawing/2014/main" val="4185317280"/>
                    </a:ext>
                  </a:extLst>
                </a:gridCol>
                <a:gridCol w="1185445">
                  <a:extLst>
                    <a:ext uri="{9D8B030D-6E8A-4147-A177-3AD203B41FA5}">
                      <a16:colId xmlns:a16="http://schemas.microsoft.com/office/drawing/2014/main" val="3216172668"/>
                    </a:ext>
                  </a:extLst>
                </a:gridCol>
                <a:gridCol w="1185445">
                  <a:extLst>
                    <a:ext uri="{9D8B030D-6E8A-4147-A177-3AD203B41FA5}">
                      <a16:colId xmlns:a16="http://schemas.microsoft.com/office/drawing/2014/main" val="767909910"/>
                    </a:ext>
                  </a:extLst>
                </a:gridCol>
              </a:tblGrid>
              <a:tr h="416045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0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1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2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3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4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5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6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60487853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16.4071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16.8699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16.7764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17.1199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17.7800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16.7161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17.3706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7036535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Slopeff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0.2108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0.1773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2838224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Chirp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352.3705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349.4904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351.8970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349.4150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351.7029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345.1935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355.8127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25378081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WaveLen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1551.4698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1554.1300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1552.1597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1553.3074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1553.0282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1552.8589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1553.2725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27154490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SMSR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35.0152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34.0421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34.6048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32.8907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33.3396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34.3505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33.0659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106887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41.4386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41.2083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41.3909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41.0857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40.7143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41.2825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41.0182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08120018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70.9659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71.0208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70.9788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72.2357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69.3214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70.9475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70.7636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85355113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MPDCurrent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338.7750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622.0083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532.8909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727.4429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252.3929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394.3325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465.7318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70304776"/>
                  </a:ext>
                </a:extLst>
              </a:tr>
              <a:tr h="218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TrackingError_Max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0.1082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0.1304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0.1075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94940566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ForwardVoltage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1.1354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1.1212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1.1407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1.0957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1.1250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4106149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FreqResponse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0.8091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0.7375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0.7667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0.7286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0.7425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0.8068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6919631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ChirpParameter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-5.7983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-5.8988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-5.9002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-5.9719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-6.2529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-5.7808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-6.1755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69949764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LsrTemperature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28.8280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27.1625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28.8930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29.5521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28.0961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27.7313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28.3925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0361743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Iop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69.3986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82.1667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77.8367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84.8514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67.6525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72.2583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77.5941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5482394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52.5909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52.6500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52.5424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52.4786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52.9036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52.6950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52.6727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05082305"/>
                  </a:ext>
                </a:extLst>
              </a:tr>
              <a:tr h="218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CNR_547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53.2795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53.4208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53.5242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53.4786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53.4321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53.3775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53.3591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9725761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B_Const_K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3951.5545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3949.8292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3951.4545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3960.0286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3952.2214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3948.8275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3952.9409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6594542"/>
                  </a:ext>
                </a:extLst>
              </a:tr>
              <a:tr h="218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RTH_Kohm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8.5799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9.2235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8.5362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8.2995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8.8835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8.9783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8.7408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50331798"/>
                  </a:ext>
                </a:extLst>
              </a:tr>
              <a:tr h="218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CNR_294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53.1659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53.3917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53.4909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53.3857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53.5321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53.3175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53.4977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86314243"/>
                  </a:ext>
                </a:extLst>
              </a:tr>
              <a:tr h="218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SMSR2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46.6727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46.6021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47.7179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46.1650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47.6757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46.5848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47.0586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52890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640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 Results for Only Failed Units (without normalization)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179070" y="802975"/>
            <a:ext cx="832104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0: number of failed = 44 out of 227, Percentage = 19.38 %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1: number of failed = 24 out of 227, Percentage = 10.57 %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2: number of failed = 33 out of 227, Percentage = 14.53 %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3: number of failed = 14 out of 227, Percentage = 6.16 %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4: number of failed = 28 out of 227, Percentage = 12.33 %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5: number of failed = 40 out of 227, Percentage = 17.62 %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6: number of failed = 44 out of 227, Percentage = 19.38 %</a:t>
            </a:r>
          </a:p>
        </p:txBody>
      </p:sp>
      <p:sp>
        <p:nvSpPr>
          <p:cNvPr id="8" name="Rectangle: Rounded Corners 7"/>
          <p:cNvSpPr/>
          <p:nvPr/>
        </p:nvSpPr>
        <p:spPr>
          <a:xfrm>
            <a:off x="118110" y="680323"/>
            <a:ext cx="8577943" cy="1723090"/>
          </a:xfrm>
          <a:prstGeom prst="roundRect">
            <a:avLst>
              <a:gd name="adj" fmla="val 9030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9" name="Rectangle 8"/>
          <p:cNvSpPr/>
          <p:nvPr/>
        </p:nvSpPr>
        <p:spPr>
          <a:xfrm>
            <a:off x="440328" y="580016"/>
            <a:ext cx="1506582" cy="2229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7 Clusters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03413"/>
            <a:ext cx="9144000" cy="445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589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79070" y="802975"/>
            <a:ext cx="832104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0: number of failed = 20 out of 227, Percentage = 8.81 %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1: number of failed = 30 out of 227, Percentage = 13.21 %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2: number of failed = 37 out of 227, Percentage = 16.29 %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3: number of failed = 42 out of 227, Percentage = 18.50 %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4: number of failed = 55 out of 227, Percentage = 24.22 %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5: number of failed = 25 out of 227, Percentage = 11.01 %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6: number of failed = 18 out of 227, Percentage = 7.92 %</a:t>
            </a:r>
          </a:p>
        </p:txBody>
      </p:sp>
      <p:sp>
        <p:nvSpPr>
          <p:cNvPr id="8" name="Rectangle: Rounded Corners 7"/>
          <p:cNvSpPr/>
          <p:nvPr/>
        </p:nvSpPr>
        <p:spPr>
          <a:xfrm>
            <a:off x="118110" y="680323"/>
            <a:ext cx="8577943" cy="1723090"/>
          </a:xfrm>
          <a:prstGeom prst="roundRect">
            <a:avLst>
              <a:gd name="adj" fmla="val 9030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9" name="Rectangle 8"/>
          <p:cNvSpPr/>
          <p:nvPr/>
        </p:nvSpPr>
        <p:spPr>
          <a:xfrm>
            <a:off x="440328" y="580016"/>
            <a:ext cx="1506582" cy="2229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7 Clusters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02064"/>
              </p:ext>
            </p:extLst>
          </p:nvPr>
        </p:nvGraphicFramePr>
        <p:xfrm>
          <a:off x="12006" y="2463799"/>
          <a:ext cx="9131994" cy="416615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329991">
                  <a:extLst>
                    <a:ext uri="{9D8B030D-6E8A-4147-A177-3AD203B41FA5}">
                      <a16:colId xmlns:a16="http://schemas.microsoft.com/office/drawing/2014/main" val="3507255510"/>
                    </a:ext>
                  </a:extLst>
                </a:gridCol>
                <a:gridCol w="689333">
                  <a:extLst>
                    <a:ext uri="{9D8B030D-6E8A-4147-A177-3AD203B41FA5}">
                      <a16:colId xmlns:a16="http://schemas.microsoft.com/office/drawing/2014/main" val="1323400723"/>
                    </a:ext>
                  </a:extLst>
                </a:gridCol>
                <a:gridCol w="1185445">
                  <a:extLst>
                    <a:ext uri="{9D8B030D-6E8A-4147-A177-3AD203B41FA5}">
                      <a16:colId xmlns:a16="http://schemas.microsoft.com/office/drawing/2014/main" val="3785212918"/>
                    </a:ext>
                  </a:extLst>
                </a:gridCol>
                <a:gridCol w="1185445">
                  <a:extLst>
                    <a:ext uri="{9D8B030D-6E8A-4147-A177-3AD203B41FA5}">
                      <a16:colId xmlns:a16="http://schemas.microsoft.com/office/drawing/2014/main" val="4140845698"/>
                    </a:ext>
                  </a:extLst>
                </a:gridCol>
                <a:gridCol w="1185445">
                  <a:extLst>
                    <a:ext uri="{9D8B030D-6E8A-4147-A177-3AD203B41FA5}">
                      <a16:colId xmlns:a16="http://schemas.microsoft.com/office/drawing/2014/main" val="699753287"/>
                    </a:ext>
                  </a:extLst>
                </a:gridCol>
                <a:gridCol w="1185445">
                  <a:extLst>
                    <a:ext uri="{9D8B030D-6E8A-4147-A177-3AD203B41FA5}">
                      <a16:colId xmlns:a16="http://schemas.microsoft.com/office/drawing/2014/main" val="4185317280"/>
                    </a:ext>
                  </a:extLst>
                </a:gridCol>
                <a:gridCol w="1185445">
                  <a:extLst>
                    <a:ext uri="{9D8B030D-6E8A-4147-A177-3AD203B41FA5}">
                      <a16:colId xmlns:a16="http://schemas.microsoft.com/office/drawing/2014/main" val="3216172668"/>
                    </a:ext>
                  </a:extLst>
                </a:gridCol>
                <a:gridCol w="1185445">
                  <a:extLst>
                    <a:ext uri="{9D8B030D-6E8A-4147-A177-3AD203B41FA5}">
                      <a16:colId xmlns:a16="http://schemas.microsoft.com/office/drawing/2014/main" val="767909910"/>
                    </a:ext>
                  </a:extLst>
                </a:gridCol>
              </a:tblGrid>
              <a:tr h="416045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0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1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2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3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4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5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6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60487853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18.1970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16.1405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16.7157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15.6145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17.9462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19.6424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13.9078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7036535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Slopeff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0.2112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0.2076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0.1698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2838224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Chirp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342.1780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337.1437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337.3927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352.0298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365.9905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369.6680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339.4350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25378081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WaveLen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1555.2064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1547.0654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1551.2390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1555.7392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1553.9607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1555.6708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1547.8839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27154490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SMSR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31.0045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37.4350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34.3446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32.6824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34.0316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31.6816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37.3450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106887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41.7950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41.7933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42.4486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40.9119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40.1836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40.5040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41.5667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08120018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72.0750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71.7533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70.0027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70.8929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71.8545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67.4000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70.8000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85355113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MPDCurrent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530.6800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460.0733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406.2622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372.2762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531.8818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336.1480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455.3389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70304776"/>
                  </a:ext>
                </a:extLst>
              </a:tr>
              <a:tr h="218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TrackingError_Max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0.1329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0.1139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94940566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ForwardVoltage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1.1345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1.1550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1.0778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1.0857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1.1433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1.0980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1.1283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4106149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FreqResponse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0.6750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0.7767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0.8405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0.7738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0.6800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0.8000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6919631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ChirpParameter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-6.2177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-5.4334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-5.6286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-5.4786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-6.5623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-7.2588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-4.7184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69949764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LsrTemperature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29.0755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27.7807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31.3446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26.1521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28.5293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30.8908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23.2383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0361743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Iop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85.3695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83.5843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63.8151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65.0781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83.0524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69.1580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76.3678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5482394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51.6850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52.7467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52.2459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53.0476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53.1636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52.6040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52.0333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05082305"/>
                  </a:ext>
                </a:extLst>
              </a:tr>
              <a:tr h="218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CNR_547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52.6950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53.6833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53.1892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53.7167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53.7873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52.9880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52.7167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9725761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B_Const_K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3951.4850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3945.8267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3952.1351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3945.5119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3955.0018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3964.8160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3947.6056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6594542"/>
                  </a:ext>
                </a:extLst>
              </a:tr>
              <a:tr h="218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RTH_Kohm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8.4391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8.9368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7.6419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9.5663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8.6731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7.8110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10.8618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50331798"/>
                  </a:ext>
                </a:extLst>
              </a:tr>
              <a:tr h="218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CNR_294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52.4200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53.7800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52.9000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53.7738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53.9364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53.1640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52.5333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86314243"/>
                  </a:ext>
                </a:extLst>
              </a:tr>
              <a:tr h="218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SMSR2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42.8450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48.5387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47.2349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47.5207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47.3980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48.7220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43.3544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5289015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-1" y="86103"/>
            <a:ext cx="922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 Results for Only Failed Units (with normalization, mean = 0, variance=1)</a:t>
            </a:r>
          </a:p>
        </p:txBody>
      </p:sp>
    </p:spTree>
    <p:extLst>
      <p:ext uri="{BB962C8B-B14F-4D97-AF65-F5344CB8AC3E}">
        <p14:creationId xmlns:p14="http://schemas.microsoft.com/office/powerpoint/2010/main" val="4259766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79070" y="802975"/>
            <a:ext cx="832104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0: number of failed = 20 out of 227, Percentage = 8.81 %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1: number of failed = 30 out of 227, Percentage = 13.21 %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2: number of failed = 37 out of 227, Percentage = 16.29 %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3: number of failed = 42 out of 227, Percentage = 18.50 %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4: number of failed = 55 out of 227, Percentage = 24.22 %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5: number of failed = 25 out of 227, Percentage = 11.01 %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6: number of failed = 18 out of 227, Percentage = 7.92 %</a:t>
            </a:r>
          </a:p>
        </p:txBody>
      </p:sp>
      <p:sp>
        <p:nvSpPr>
          <p:cNvPr id="8" name="Rectangle: Rounded Corners 7"/>
          <p:cNvSpPr/>
          <p:nvPr/>
        </p:nvSpPr>
        <p:spPr>
          <a:xfrm>
            <a:off x="118110" y="680323"/>
            <a:ext cx="8577943" cy="1723090"/>
          </a:xfrm>
          <a:prstGeom prst="roundRect">
            <a:avLst>
              <a:gd name="adj" fmla="val 9030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9" name="Rectangle 8"/>
          <p:cNvSpPr/>
          <p:nvPr/>
        </p:nvSpPr>
        <p:spPr>
          <a:xfrm>
            <a:off x="440328" y="580016"/>
            <a:ext cx="1506582" cy="2229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7 Clusters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" y="86103"/>
            <a:ext cx="922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 Results for Only Failed Units (with normalization, mean = 0, variance=1)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03412"/>
            <a:ext cx="9144000" cy="445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672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7680" y="786842"/>
            <a:ext cx="832104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0: number of failed = 74 out of 227, Percentage = 32.59 %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1: number of failed = 36 out of 227, Percentage = 15.85 %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2: number of failed = 14 out of 227, Percentage = 6.16 %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3: number of failed = 67 out of 227, Percentage = 29.51 %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4: number of failed = 36 out of 227, Percentage = 15.85 %</a:t>
            </a:r>
          </a:p>
        </p:txBody>
      </p:sp>
      <p:sp>
        <p:nvSpPr>
          <p:cNvPr id="5" name="Rectangle: Rounded Corners 4"/>
          <p:cNvSpPr/>
          <p:nvPr/>
        </p:nvSpPr>
        <p:spPr>
          <a:xfrm>
            <a:off x="426720" y="664190"/>
            <a:ext cx="8577943" cy="1292203"/>
          </a:xfrm>
          <a:prstGeom prst="roundRect">
            <a:avLst>
              <a:gd name="adj" fmla="val 9030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Rectangle 5"/>
          <p:cNvSpPr/>
          <p:nvPr/>
        </p:nvSpPr>
        <p:spPr>
          <a:xfrm>
            <a:off x="748938" y="580661"/>
            <a:ext cx="1506582" cy="2229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5 Clusters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050480"/>
              </p:ext>
            </p:extLst>
          </p:nvPr>
        </p:nvGraphicFramePr>
        <p:xfrm>
          <a:off x="984068" y="2079045"/>
          <a:ext cx="7175863" cy="415480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218543">
                  <a:extLst>
                    <a:ext uri="{9D8B030D-6E8A-4147-A177-3AD203B41FA5}">
                      <a16:colId xmlns:a16="http://schemas.microsoft.com/office/drawing/2014/main" val="1767549517"/>
                    </a:ext>
                  </a:extLst>
                </a:gridCol>
                <a:gridCol w="1191464">
                  <a:extLst>
                    <a:ext uri="{9D8B030D-6E8A-4147-A177-3AD203B41FA5}">
                      <a16:colId xmlns:a16="http://schemas.microsoft.com/office/drawing/2014/main" val="651634012"/>
                    </a:ext>
                  </a:extLst>
                </a:gridCol>
                <a:gridCol w="1191464">
                  <a:extLst>
                    <a:ext uri="{9D8B030D-6E8A-4147-A177-3AD203B41FA5}">
                      <a16:colId xmlns:a16="http://schemas.microsoft.com/office/drawing/2014/main" val="2847385242"/>
                    </a:ext>
                  </a:extLst>
                </a:gridCol>
                <a:gridCol w="1191464">
                  <a:extLst>
                    <a:ext uri="{9D8B030D-6E8A-4147-A177-3AD203B41FA5}">
                      <a16:colId xmlns:a16="http://schemas.microsoft.com/office/drawing/2014/main" val="2044065983"/>
                    </a:ext>
                  </a:extLst>
                </a:gridCol>
                <a:gridCol w="1191464">
                  <a:extLst>
                    <a:ext uri="{9D8B030D-6E8A-4147-A177-3AD203B41FA5}">
                      <a16:colId xmlns:a16="http://schemas.microsoft.com/office/drawing/2014/main" val="2723765937"/>
                    </a:ext>
                  </a:extLst>
                </a:gridCol>
                <a:gridCol w="1191464">
                  <a:extLst>
                    <a:ext uri="{9D8B030D-6E8A-4147-A177-3AD203B41FA5}">
                      <a16:colId xmlns:a16="http://schemas.microsoft.com/office/drawing/2014/main" val="366136227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0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1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2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3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4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7923997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16.5986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16.8938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17.1199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17.0536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17.5594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329152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Slopeff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0.1782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0.2093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9058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Chirp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350.2705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347.6031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349.4150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354.8509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350.1975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238079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WaveLen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1552.6244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1554.4306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1553.3074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1552.3511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1551.8603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12543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SMSR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34.3943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33.3175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32.8907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34.1891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34.0775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65754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41.2392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41.3639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41.0857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41.1030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41.1000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77728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70.9770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70.8167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72.2357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70.9910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69.5472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388571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MPDCurrent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369.5108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599.6611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727.4429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481.8194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264.9639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869900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TrackingError_Max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0.1208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238084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ForwardVoltage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1.1308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1.1407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1.1225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243972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FreqResponse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0.7757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0.7472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0.7472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992707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ChirpParameter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-5.8268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-5.8729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-5.9719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-6.0510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-6.1503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66483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LsrTemperature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28.3393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27.3772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29.5521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28.7164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28.1200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79181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Iop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71.0786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81.0364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84.8514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77.1225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68.0153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797974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52.7041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52.5528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52.4786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52.6552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52.7306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82720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CNR_547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53.3378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53.4111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53.4786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53.4463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53.3611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462859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B_Const_K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3949.3095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3948.0833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3960.0286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3953.8522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3953.3056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561756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RTH_Kohm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8.7567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9.1098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8.2995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8.6230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8.8708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062559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CNR_294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53.3054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53.3556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53.3857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53.5463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53.2889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819299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SMSR2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46.3818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46.7117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46.1650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47.5699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47.6272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4801941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 Results for Only Failed Units (without normalization)</a:t>
            </a:r>
          </a:p>
        </p:txBody>
      </p:sp>
    </p:spTree>
    <p:extLst>
      <p:ext uri="{BB962C8B-B14F-4D97-AF65-F5344CB8AC3E}">
        <p14:creationId xmlns:p14="http://schemas.microsoft.com/office/powerpoint/2010/main" val="3228128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7680" y="786842"/>
            <a:ext cx="832104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0: number of failed = 74 out of 227, Percentage = 32.59 %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1: number of failed = 36 out of 227, Percentage = 15.85 %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2: number of failed = 14 out of 227, Percentage = 6.16 %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3: number of failed = 67 out of 227, Percentage = 29.51 %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4: number of failed = 36 out of 227, Percentage = 15.85 %</a:t>
            </a:r>
          </a:p>
        </p:txBody>
      </p:sp>
      <p:sp>
        <p:nvSpPr>
          <p:cNvPr id="5" name="Rectangle: Rounded Corners 4"/>
          <p:cNvSpPr/>
          <p:nvPr/>
        </p:nvSpPr>
        <p:spPr>
          <a:xfrm>
            <a:off x="426720" y="664190"/>
            <a:ext cx="8577943" cy="1292203"/>
          </a:xfrm>
          <a:prstGeom prst="roundRect">
            <a:avLst>
              <a:gd name="adj" fmla="val 9030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Rectangle 5"/>
          <p:cNvSpPr/>
          <p:nvPr/>
        </p:nvSpPr>
        <p:spPr>
          <a:xfrm>
            <a:off x="748938" y="580661"/>
            <a:ext cx="1506582" cy="2229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5 Clusters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 Results for Only Failed Units (without normalization)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6393"/>
            <a:ext cx="9144000" cy="489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78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7680" y="786842"/>
            <a:ext cx="832104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0: number of failed = 27 out of 227, Percentage = 11.89 %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1: number of failed = 65 out of 227, Percentage = 28.63 %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2: number of failed = 47 out of 227, Percentage = 20.70 %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3: number of failed = 46 out of 227, Percentage = 20.26 %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4: number of failed = 42 out of 227, Percentage = 18.50 %</a:t>
            </a:r>
          </a:p>
        </p:txBody>
      </p:sp>
      <p:sp>
        <p:nvSpPr>
          <p:cNvPr id="5" name="Rectangle: Rounded Corners 4"/>
          <p:cNvSpPr/>
          <p:nvPr/>
        </p:nvSpPr>
        <p:spPr>
          <a:xfrm>
            <a:off x="426720" y="664190"/>
            <a:ext cx="8577943" cy="1292203"/>
          </a:xfrm>
          <a:prstGeom prst="roundRect">
            <a:avLst>
              <a:gd name="adj" fmla="val 9030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Rectangle 5"/>
          <p:cNvSpPr/>
          <p:nvPr/>
        </p:nvSpPr>
        <p:spPr>
          <a:xfrm>
            <a:off x="748938" y="580661"/>
            <a:ext cx="1506582" cy="2229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5 Clusters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172881"/>
              </p:ext>
            </p:extLst>
          </p:nvPr>
        </p:nvGraphicFramePr>
        <p:xfrm>
          <a:off x="984068" y="2079045"/>
          <a:ext cx="7175863" cy="415480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218543">
                  <a:extLst>
                    <a:ext uri="{9D8B030D-6E8A-4147-A177-3AD203B41FA5}">
                      <a16:colId xmlns:a16="http://schemas.microsoft.com/office/drawing/2014/main" val="1767549517"/>
                    </a:ext>
                  </a:extLst>
                </a:gridCol>
                <a:gridCol w="1191464">
                  <a:extLst>
                    <a:ext uri="{9D8B030D-6E8A-4147-A177-3AD203B41FA5}">
                      <a16:colId xmlns:a16="http://schemas.microsoft.com/office/drawing/2014/main" val="651634012"/>
                    </a:ext>
                  </a:extLst>
                </a:gridCol>
                <a:gridCol w="1191464">
                  <a:extLst>
                    <a:ext uri="{9D8B030D-6E8A-4147-A177-3AD203B41FA5}">
                      <a16:colId xmlns:a16="http://schemas.microsoft.com/office/drawing/2014/main" val="2847385242"/>
                    </a:ext>
                  </a:extLst>
                </a:gridCol>
                <a:gridCol w="1191464">
                  <a:extLst>
                    <a:ext uri="{9D8B030D-6E8A-4147-A177-3AD203B41FA5}">
                      <a16:colId xmlns:a16="http://schemas.microsoft.com/office/drawing/2014/main" val="2044065983"/>
                    </a:ext>
                  </a:extLst>
                </a:gridCol>
                <a:gridCol w="1191464">
                  <a:extLst>
                    <a:ext uri="{9D8B030D-6E8A-4147-A177-3AD203B41FA5}">
                      <a16:colId xmlns:a16="http://schemas.microsoft.com/office/drawing/2014/main" val="2723765937"/>
                    </a:ext>
                  </a:extLst>
                </a:gridCol>
                <a:gridCol w="1191464">
                  <a:extLst>
                    <a:ext uri="{9D8B030D-6E8A-4147-A177-3AD203B41FA5}">
                      <a16:colId xmlns:a16="http://schemas.microsoft.com/office/drawing/2014/main" val="366136227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0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1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2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3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4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7923997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13.6126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16.9606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15.8478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18.1153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19.1132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329152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Slopeff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0.1879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0.2131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0.2142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9058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Chirp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336.3863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349.1538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351.0609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344.2857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371.2674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238079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WaveLen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1544.7511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1552.0470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1555.7944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1554.7002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1553.4434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12543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SMSR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37.7937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34.2620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33.1385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32.9974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33.3260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65754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42.0111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41.1831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40.8681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41.9978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40.1333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77728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70.8037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71.9938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70.8489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69.8326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69.9905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388571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MPDCurrent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441.7704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524.4154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373.5638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399.5152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452.0571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869900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TrackingError_Max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0.1319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0.1169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238084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ForwardVoltage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1.1141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1.1466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1.0877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1.0859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1.1376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243972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FreqResponse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0.7708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0.7369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992707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ChirpParameter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-4.5706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-5.9078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-5.5487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-6.2377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-7.0930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66483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LsrTemperature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24.9489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27.8037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26.1887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31.7146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30.0510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79181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Iop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70.8963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86.8486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64.8255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66.9967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78.4000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797974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51.9926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52.6338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53.0277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52.2087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53.1905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82720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CNR_547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52.9185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53.4462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53.7447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52.9022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53.7643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462859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B_Const_K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3949.7556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3947.7800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3945.1426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3955.5217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3962.4429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561756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RTH_Kohm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10.1153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8.9263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9.5547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7.5214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8.1155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062559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CNR_294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52.7000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53.5062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53.8021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52.6978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53.9333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819299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SMSR2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45.7326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45.5363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48.1019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46.6120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49.1038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4801941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-1" y="86103"/>
            <a:ext cx="922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 Results for Only Failed Units (with normalization, mean = 0, variance=1)</a:t>
            </a:r>
          </a:p>
        </p:txBody>
      </p:sp>
    </p:spTree>
    <p:extLst>
      <p:ext uri="{BB962C8B-B14F-4D97-AF65-F5344CB8AC3E}">
        <p14:creationId xmlns:p14="http://schemas.microsoft.com/office/powerpoint/2010/main" val="732878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7680" y="786842"/>
            <a:ext cx="832104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0: number of failed = 27 out of 227, Percentage = 11.89 %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1: number of failed = 65 out of 227, Percentage = 28.63 %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2: number of failed = 47 out of 227, Percentage = 20.70 %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3: number of failed = 46 out of 227, Percentage = 20.26 %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4: number of failed = 42 out of 227, Percentage = 18.50 %</a:t>
            </a:r>
          </a:p>
        </p:txBody>
      </p:sp>
      <p:sp>
        <p:nvSpPr>
          <p:cNvPr id="5" name="Rectangle: Rounded Corners 4"/>
          <p:cNvSpPr/>
          <p:nvPr/>
        </p:nvSpPr>
        <p:spPr>
          <a:xfrm>
            <a:off x="426720" y="664190"/>
            <a:ext cx="8577943" cy="1292203"/>
          </a:xfrm>
          <a:prstGeom prst="roundRect">
            <a:avLst>
              <a:gd name="adj" fmla="val 9030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Rectangle 5"/>
          <p:cNvSpPr/>
          <p:nvPr/>
        </p:nvSpPr>
        <p:spPr>
          <a:xfrm>
            <a:off x="748938" y="580661"/>
            <a:ext cx="1506582" cy="2229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5 Clusters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-1" y="86103"/>
            <a:ext cx="922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 Results for Only Failed Units (with normalization, mean = 0, variance=1)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1956393"/>
            <a:ext cx="9144000" cy="489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595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11480" y="754428"/>
            <a:ext cx="832104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0: number of failed = 38 out of 227, Percentage = 16.74 %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1: number of failed = 103 out of 227, Percentage = 45.37 %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2: number of failed = 86 out of 227, Percentage = 37.88 %</a:t>
            </a:r>
          </a:p>
        </p:txBody>
      </p:sp>
      <p:sp>
        <p:nvSpPr>
          <p:cNvPr id="5" name="Rectangle: Rounded Corners 4"/>
          <p:cNvSpPr/>
          <p:nvPr/>
        </p:nvSpPr>
        <p:spPr>
          <a:xfrm>
            <a:off x="365760" y="678394"/>
            <a:ext cx="8577943" cy="861316"/>
          </a:xfrm>
          <a:prstGeom prst="roundRect">
            <a:avLst>
              <a:gd name="adj" fmla="val 9030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Rectangle 5"/>
          <p:cNvSpPr/>
          <p:nvPr/>
        </p:nvSpPr>
        <p:spPr>
          <a:xfrm>
            <a:off x="687978" y="578087"/>
            <a:ext cx="1506582" cy="2229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3 Clusters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107818"/>
              </p:ext>
            </p:extLst>
          </p:nvPr>
        </p:nvGraphicFramePr>
        <p:xfrm>
          <a:off x="2375081" y="1770017"/>
          <a:ext cx="4559299" cy="415480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170760">
                  <a:extLst>
                    <a:ext uri="{9D8B030D-6E8A-4147-A177-3AD203B41FA5}">
                      <a16:colId xmlns:a16="http://schemas.microsoft.com/office/drawing/2014/main" val="3803322308"/>
                    </a:ext>
                  </a:extLst>
                </a:gridCol>
                <a:gridCol w="1129513">
                  <a:extLst>
                    <a:ext uri="{9D8B030D-6E8A-4147-A177-3AD203B41FA5}">
                      <a16:colId xmlns:a16="http://schemas.microsoft.com/office/drawing/2014/main" val="1600283675"/>
                    </a:ext>
                  </a:extLst>
                </a:gridCol>
                <a:gridCol w="1129513">
                  <a:extLst>
                    <a:ext uri="{9D8B030D-6E8A-4147-A177-3AD203B41FA5}">
                      <a16:colId xmlns:a16="http://schemas.microsoft.com/office/drawing/2014/main" val="518209919"/>
                    </a:ext>
                  </a:extLst>
                </a:gridCol>
                <a:gridCol w="1129513">
                  <a:extLst>
                    <a:ext uri="{9D8B030D-6E8A-4147-A177-3AD203B41FA5}">
                      <a16:colId xmlns:a16="http://schemas.microsoft.com/office/drawing/2014/main" val="114196014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0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1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2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60114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16.9620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16.8619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17.0878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645471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Slopeff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0.2012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0.1774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33634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Chirp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349.4626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350.2344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352.9528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467886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WaveLen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1553.8269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1552.2912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1552.8266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744220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SMSR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33.6179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34.3811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33.7652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534194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41.1632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41.1903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41.1942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713470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71.4684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70.5398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70.8337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2862627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MPDCurrent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660.8526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330.0252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486.4116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748861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TrackingError_Max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0.1066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74229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ForwardVoltage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1.1374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1.1219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589646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FreqResponse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0.7645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0.7689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0.7826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385787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ChirpParameter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-5.9257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-5.9127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-6.0333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47132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LsrTemperature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28.0429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28.2966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28.5181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602182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Iop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83.1558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69.5432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77.4179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94895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52.5868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52.7350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52.5919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175111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CNR_547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53.4421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53.3631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53.4093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989844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B_Const_K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3953.5868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3950.6330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3952.2779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407592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RTH_Kohm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8.8831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8.7840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8.6852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574772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CNR_294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53.3895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53.3194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53.4663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765794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SMSR2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46.4411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46.7898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47.4166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9019597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 Results for Only Failed Units (without normalization)</a:t>
            </a:r>
          </a:p>
        </p:txBody>
      </p:sp>
    </p:spTree>
    <p:extLst>
      <p:ext uri="{BB962C8B-B14F-4D97-AF65-F5344CB8AC3E}">
        <p14:creationId xmlns:p14="http://schemas.microsoft.com/office/powerpoint/2010/main" val="3786805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11480" y="754428"/>
            <a:ext cx="832104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0: number of failed = 38 out of 227, Percentage = 16.74 %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1: number of failed = 103 out of 227, Percentage = 45.37 %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2: number of failed = 86 out of 227, Percentage = 37.88 %</a:t>
            </a:r>
          </a:p>
        </p:txBody>
      </p:sp>
      <p:sp>
        <p:nvSpPr>
          <p:cNvPr id="5" name="Rectangle: Rounded Corners 4"/>
          <p:cNvSpPr/>
          <p:nvPr/>
        </p:nvSpPr>
        <p:spPr>
          <a:xfrm>
            <a:off x="365760" y="678394"/>
            <a:ext cx="8577943" cy="861316"/>
          </a:xfrm>
          <a:prstGeom prst="roundRect">
            <a:avLst>
              <a:gd name="adj" fmla="val 9030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Rectangle 5"/>
          <p:cNvSpPr/>
          <p:nvPr/>
        </p:nvSpPr>
        <p:spPr>
          <a:xfrm>
            <a:off x="687978" y="578087"/>
            <a:ext cx="1506582" cy="2229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3 Clusters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 Results for Only Failed Units (without normalization)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9709"/>
            <a:ext cx="9144000" cy="5307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163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11480" y="754428"/>
            <a:ext cx="832104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0: number of failed = 74 out of 227, Percentage = 32.59 %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1: number of failed = 91 out of 227, Percentage = 40.08 %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2: number of failed = 62 out of 227, Percentage = 27.31 %</a:t>
            </a:r>
          </a:p>
        </p:txBody>
      </p:sp>
      <p:sp>
        <p:nvSpPr>
          <p:cNvPr id="5" name="Rectangle: Rounded Corners 4"/>
          <p:cNvSpPr/>
          <p:nvPr/>
        </p:nvSpPr>
        <p:spPr>
          <a:xfrm>
            <a:off x="365760" y="678394"/>
            <a:ext cx="8577943" cy="861316"/>
          </a:xfrm>
          <a:prstGeom prst="roundRect">
            <a:avLst>
              <a:gd name="adj" fmla="val 9030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Rectangle 5"/>
          <p:cNvSpPr/>
          <p:nvPr/>
        </p:nvSpPr>
        <p:spPr>
          <a:xfrm>
            <a:off x="687978" y="578087"/>
            <a:ext cx="1506582" cy="2229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3 Clusters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797944"/>
              </p:ext>
            </p:extLst>
          </p:nvPr>
        </p:nvGraphicFramePr>
        <p:xfrm>
          <a:off x="2375081" y="1770017"/>
          <a:ext cx="4559299" cy="415480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170760">
                  <a:extLst>
                    <a:ext uri="{9D8B030D-6E8A-4147-A177-3AD203B41FA5}">
                      <a16:colId xmlns:a16="http://schemas.microsoft.com/office/drawing/2014/main" val="3803322308"/>
                    </a:ext>
                  </a:extLst>
                </a:gridCol>
                <a:gridCol w="1129513">
                  <a:extLst>
                    <a:ext uri="{9D8B030D-6E8A-4147-A177-3AD203B41FA5}">
                      <a16:colId xmlns:a16="http://schemas.microsoft.com/office/drawing/2014/main" val="1600283675"/>
                    </a:ext>
                  </a:extLst>
                </a:gridCol>
                <a:gridCol w="1129513">
                  <a:extLst>
                    <a:ext uri="{9D8B030D-6E8A-4147-A177-3AD203B41FA5}">
                      <a16:colId xmlns:a16="http://schemas.microsoft.com/office/drawing/2014/main" val="518209919"/>
                    </a:ext>
                  </a:extLst>
                </a:gridCol>
                <a:gridCol w="1129513">
                  <a:extLst>
                    <a:ext uri="{9D8B030D-6E8A-4147-A177-3AD203B41FA5}">
                      <a16:colId xmlns:a16="http://schemas.microsoft.com/office/drawing/2014/main" val="114196014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0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1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2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60114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14.9042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18.0142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17.8819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645471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Slopeff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0.1963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0.2107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33634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Chirp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344.1612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359.1152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347.7460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467886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WaveLen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1551.9204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1552.7947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1553.6786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744220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SMSR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34.2772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34.3919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33.1673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534194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41.3635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40.5923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41.8500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713470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70.9500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71.4802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69.6468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2862627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MPDCurrent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413.9162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497.9275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403.1484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748861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TrackingError_Max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0.1185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74229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ForwardVoltage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1.1484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1.0892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589646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FreqResponse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0.7753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0.7597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385787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ChirpParameter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-5.1196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-6.4675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-6.2201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47132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LsrTemperature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25.4466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28.5862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31.4250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602182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Iop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69.1865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84.0867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67.8890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94895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52.6622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52.9396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52.2323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175111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CNR_547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53.4730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53.6571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52.9129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989844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B_Const_K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3946.5000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3952.4198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3957.0355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407592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RTH_Kohm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9.8768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8.6365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7.6197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574772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CNR_294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53.4122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53.7637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52.8032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765794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SMSR2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46.4285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47.7245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46.5048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9019597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-1" y="86103"/>
            <a:ext cx="922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 Results for Only Failed Units (with normalization, mean = 0, variance=1)</a:t>
            </a:r>
          </a:p>
        </p:txBody>
      </p:sp>
    </p:spTree>
    <p:extLst>
      <p:ext uri="{BB962C8B-B14F-4D97-AF65-F5344CB8AC3E}">
        <p14:creationId xmlns:p14="http://schemas.microsoft.com/office/powerpoint/2010/main" val="3276674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11480" y="754428"/>
            <a:ext cx="832104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0: number of failed = 74 out of 227, Percentage = 32.59 %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1: number of failed = 91 out of 227, Percentage = 40.08 %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2: number of failed = 62 out of 227, Percentage = 27.31 %</a:t>
            </a:r>
          </a:p>
        </p:txBody>
      </p:sp>
      <p:sp>
        <p:nvSpPr>
          <p:cNvPr id="5" name="Rectangle: Rounded Corners 4"/>
          <p:cNvSpPr/>
          <p:nvPr/>
        </p:nvSpPr>
        <p:spPr>
          <a:xfrm>
            <a:off x="365760" y="678394"/>
            <a:ext cx="8577943" cy="861316"/>
          </a:xfrm>
          <a:prstGeom prst="roundRect">
            <a:avLst>
              <a:gd name="adj" fmla="val 9030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Rectangle 5"/>
          <p:cNvSpPr/>
          <p:nvPr/>
        </p:nvSpPr>
        <p:spPr>
          <a:xfrm>
            <a:off x="687978" y="578087"/>
            <a:ext cx="1506582" cy="2229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3 Clusters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-1" y="86103"/>
            <a:ext cx="922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 Results for Only Failed Units (with normalization, mean = 0, variance=1)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1569127"/>
            <a:ext cx="9144000" cy="527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50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2796" y="809565"/>
            <a:ext cx="83210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0: number of failed = 92 out of 227, Percentage = 40.52 %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1: number of failed = 135 out of 227, Percentage = 59.47 % </a:t>
            </a:r>
          </a:p>
        </p:txBody>
      </p:sp>
      <p:sp>
        <p:nvSpPr>
          <p:cNvPr id="5" name="Rectangle: Rounded Corners 4"/>
          <p:cNvSpPr/>
          <p:nvPr/>
        </p:nvSpPr>
        <p:spPr>
          <a:xfrm>
            <a:off x="474345" y="627641"/>
            <a:ext cx="8577943" cy="861316"/>
          </a:xfrm>
          <a:prstGeom prst="roundRect">
            <a:avLst>
              <a:gd name="adj" fmla="val 9030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Rectangle 5"/>
          <p:cNvSpPr/>
          <p:nvPr/>
        </p:nvSpPr>
        <p:spPr>
          <a:xfrm>
            <a:off x="668491" y="574081"/>
            <a:ext cx="1506582" cy="2229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2 Clusters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450648"/>
              </p:ext>
            </p:extLst>
          </p:nvPr>
        </p:nvGraphicFramePr>
        <p:xfrm>
          <a:off x="2671082" y="1886003"/>
          <a:ext cx="3543300" cy="415480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1523040649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912464843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82116199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0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1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72847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17.0779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16.8868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940567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Slopeff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0.1972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138490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Chirp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350.6008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351.4992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23950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WaveLen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1553.5785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1552.1872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50173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SMSR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34.0967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33.9677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805394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41.2337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41.1556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377525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71.2380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70.5126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759333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MPDCurrent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574.0065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356.5022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255958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TrackingError_Max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0.1198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490600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ForwardVoltage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1.1314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1.1064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063238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FreqResponse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0.7644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179282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ChirpParameter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-5.9860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-5.9432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225845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LsrTemperature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28.4062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28.2916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52657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Iop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80.5776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70.8716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80585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52.5630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52.7193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971296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CNR_547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53.4348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53.3659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030155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B_Const_K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3952.7217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3951.0889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327088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RTH_Kohm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8.7393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8.7794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14247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CNR_294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53.4174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53.3659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092591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SMSR2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47.1166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46.8682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15034389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 Results for Only Failed Units (without normalization)</a:t>
            </a:r>
          </a:p>
        </p:txBody>
      </p:sp>
    </p:spTree>
    <p:extLst>
      <p:ext uri="{BB962C8B-B14F-4D97-AF65-F5344CB8AC3E}">
        <p14:creationId xmlns:p14="http://schemas.microsoft.com/office/powerpoint/2010/main" val="2124680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2796" y="809565"/>
            <a:ext cx="83210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0: number of failed = 92 out of 227, Percentage = 40.52 %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1: number of failed = 135 out of 227, Percentage = 59.47 % </a:t>
            </a:r>
          </a:p>
        </p:txBody>
      </p:sp>
      <p:sp>
        <p:nvSpPr>
          <p:cNvPr id="5" name="Rectangle: Rounded Corners 4"/>
          <p:cNvSpPr/>
          <p:nvPr/>
        </p:nvSpPr>
        <p:spPr>
          <a:xfrm>
            <a:off x="474345" y="627641"/>
            <a:ext cx="8577943" cy="861316"/>
          </a:xfrm>
          <a:prstGeom prst="roundRect">
            <a:avLst>
              <a:gd name="adj" fmla="val 9030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Rectangle 5"/>
          <p:cNvSpPr/>
          <p:nvPr/>
        </p:nvSpPr>
        <p:spPr>
          <a:xfrm>
            <a:off x="668491" y="574081"/>
            <a:ext cx="1506582" cy="2229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2 Clusters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 Results for Only Failed Units (without normalization)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1481"/>
            <a:ext cx="9144000" cy="534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10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11479" y="855639"/>
            <a:ext cx="83210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0: number of failed = 106 out of 227, Percentage = 46.69 %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1: number of failed = 121 out of 227, Percentage = 53.30 % </a:t>
            </a:r>
          </a:p>
        </p:txBody>
      </p:sp>
      <p:sp>
        <p:nvSpPr>
          <p:cNvPr id="5" name="Rectangle: Rounded Corners 4"/>
          <p:cNvSpPr/>
          <p:nvPr/>
        </p:nvSpPr>
        <p:spPr>
          <a:xfrm>
            <a:off x="283028" y="686591"/>
            <a:ext cx="8577943" cy="861316"/>
          </a:xfrm>
          <a:prstGeom prst="roundRect">
            <a:avLst>
              <a:gd name="adj" fmla="val 9030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Rectangle 5"/>
          <p:cNvSpPr/>
          <p:nvPr/>
        </p:nvSpPr>
        <p:spPr>
          <a:xfrm>
            <a:off x="542656" y="570572"/>
            <a:ext cx="1506582" cy="2229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2 Clusters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181125"/>
              </p:ext>
            </p:extLst>
          </p:nvPr>
        </p:nvGraphicFramePr>
        <p:xfrm>
          <a:off x="2448012" y="1863789"/>
          <a:ext cx="3543300" cy="415480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1523040649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912464843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821161998"/>
                    </a:ext>
                  </a:extLst>
                </a:gridCol>
              </a:tblGrid>
              <a:tr h="344805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0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1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72847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16.2729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17.5699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940567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Slopeff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0.2149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0.1595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138490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Chirp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344.5871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356.8713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23950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WaveLen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1553.1536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1552.3985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50173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SMSR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33.7571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34.2503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805394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41.6575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40.7752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377525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70.0377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71.4802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759333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MPDCurrent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387.4000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494.8099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255958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TrackingError_Max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0.1066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490600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ForwardVoltage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1.0843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1.1448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063238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FreqResponse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0.7599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179282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ChirpParameter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-5.6083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-6.2691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225845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LsrTemperature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28.5921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28.1155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52657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Iop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64.9279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83.4583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80585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52.4896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52.8017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971296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CNR_547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53.2264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53.5405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030155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B_Const_K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3952.1217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3951.4256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327088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RTH_Kohm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8.6830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8.8333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14247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CNR_294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53.1877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53.5612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092591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SMSR2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47.2178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46.7508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1503438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-1" y="86103"/>
            <a:ext cx="922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 Results for Only Failed Units (with normalization, mean = 0, variance=1)</a:t>
            </a:r>
          </a:p>
        </p:txBody>
      </p:sp>
    </p:spTree>
    <p:extLst>
      <p:ext uri="{BB962C8B-B14F-4D97-AF65-F5344CB8AC3E}">
        <p14:creationId xmlns:p14="http://schemas.microsoft.com/office/powerpoint/2010/main" val="1613605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11479" y="855639"/>
            <a:ext cx="83210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0: number of failed = 106 out of 227, Percentage = 46.69 %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1: number of failed = 121 out of 227, Percentage = 53.30 % </a:t>
            </a:r>
          </a:p>
        </p:txBody>
      </p:sp>
      <p:sp>
        <p:nvSpPr>
          <p:cNvPr id="5" name="Rectangle: Rounded Corners 4"/>
          <p:cNvSpPr/>
          <p:nvPr/>
        </p:nvSpPr>
        <p:spPr>
          <a:xfrm>
            <a:off x="283028" y="686591"/>
            <a:ext cx="8577943" cy="861316"/>
          </a:xfrm>
          <a:prstGeom prst="roundRect">
            <a:avLst>
              <a:gd name="adj" fmla="val 9030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Rectangle 5"/>
          <p:cNvSpPr/>
          <p:nvPr/>
        </p:nvSpPr>
        <p:spPr>
          <a:xfrm>
            <a:off x="542656" y="570572"/>
            <a:ext cx="1506582" cy="2229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2 Clusters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-1" y="86103"/>
            <a:ext cx="922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 Results for Only Failed Units (with normalization, mean = 0, variance=1)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1547907"/>
            <a:ext cx="9144000" cy="529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750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</TotalTime>
  <Words>2398</Words>
  <Application>Microsoft Office PowerPoint</Application>
  <PresentationFormat>On-screen Show (4:3)</PresentationFormat>
  <Paragraphs>974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Morteza Ziyadi</dc:creator>
  <cp:lastModifiedBy>Morteza Ziyadi</cp:lastModifiedBy>
  <cp:revision>20</cp:revision>
  <dcterms:created xsi:type="dcterms:W3CDTF">2017-03-28T23:39:55Z</dcterms:created>
  <dcterms:modified xsi:type="dcterms:W3CDTF">2017-03-29T21:21:30Z</dcterms:modified>
</cp:coreProperties>
</file>